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高效相参合成  ·  研究背景与需求分析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Research Background &amp; Requirements: Efficient Coherent Synthesis under Resource Constraints and Real-Time Battlefield Demands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" y="879652"/>
            <a:ext cx="11603736" cy="694944"/>
          </a:xfrm>
          <a:prstGeom prst="rect">
            <a:avLst/>
          </a:prstGeom>
          <a:solidFill>
            <a:srgbClr val="A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859536"/>
            <a:ext cx="11603736" cy="694944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859536"/>
            <a:ext cx="694944" cy="69494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932688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研究
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950976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满足系统资源约束与战场实时性要求，改进现有方法在同步精度、计算复杂度和环境适应性方面的技术，以最小代价实现逼近理论最优的相参处理增益。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2984" y="987552"/>
            <a:ext cx="1207008" cy="420624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4" y="987552"/>
            <a:ext cx="12070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↑ 同步精度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987552"/>
            <a:ext cx="1207008" cy="420624"/>
          </a:xfrm>
          <a:prstGeom prst="roundRect">
            <a:avLst/>
          </a:prstGeom>
          <a:solidFill>
            <a:srgbClr val="0E7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987552"/>
            <a:ext cx="12070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↑ 计算复杂度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9608" y="987552"/>
            <a:ext cx="1207008" cy="420624"/>
          </a:xfrm>
          <a:prstGeom prst="roundRect">
            <a:avLst/>
          </a:prstGeom>
          <a:solidFill>
            <a:srgbClr val="B5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9608" y="987552"/>
            <a:ext cx="12070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↑ 环境适应性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" y="1666036"/>
            <a:ext cx="5669280" cy="221284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" y="1645920"/>
            <a:ext cx="5669280" cy="2212848"/>
          </a:xfrm>
          <a:prstGeom prst="rect">
            <a:avLst/>
          </a:prstGeom>
          <a:solidFill>
            <a:srgbClr val="E5F0FB"/>
          </a:solidFill>
          <a:ln w="11430">
            <a:solidFill>
              <a:srgbClr val="0E5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" y="1645920"/>
            <a:ext cx="5669280" cy="384048"/>
          </a:xfrm>
          <a:prstGeom prst="rect">
            <a:avLst/>
          </a:prstGeom>
          <a:solidFill>
            <a:srgbClr val="0E5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" y="2029968"/>
            <a:ext cx="91440" cy="1828800"/>
          </a:xfrm>
          <a:prstGeom prst="rect">
            <a:avLst/>
          </a:prstGeom>
          <a:solidFill>
            <a:srgbClr val="0E5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9476" y="1687068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558C"/>
                </a:solidFill>
              </a:rP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1691640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系统需求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1920240"/>
            <a:ext cx="50932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E8FF"/>
                </a:solidFill>
              </a:rPr>
              <a:t>System Requirements for Distributed Multi-Node Radar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093976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• 有限通信带宽与计算资源约束下的实时相参合成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283256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  分布式多节点雷达在受限条件下支撑多任务协同执行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72536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 i="0">
                <a:solidFill>
                  <a:srgbClr val="2E74B5"/>
                </a:solidFill>
              </a:rPr>
              <a:t>• 快速变化战场态势响应能力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61816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  实时处理，支撑动态战场感知与快速决策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851096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• 降低节点间同步精度依赖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040376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  简化系统架构，提升工程可实现性与部署灵活性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" y="3970324"/>
            <a:ext cx="5669280" cy="20665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" y="3950208"/>
            <a:ext cx="5669280" cy="2066544"/>
          </a:xfrm>
          <a:prstGeom prst="rect">
            <a:avLst/>
          </a:prstGeom>
          <a:solidFill>
            <a:srgbClr val="E5F5ED"/>
          </a:solidFill>
          <a:ln w="11430">
            <a:solidFill>
              <a:srgbClr val="156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" y="3950208"/>
            <a:ext cx="5669280" cy="384048"/>
          </a:xfrm>
          <a:prstGeom prst="rect">
            <a:avLst/>
          </a:prstGeom>
          <a:solidFill>
            <a:srgbClr val="1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" y="4334256"/>
            <a:ext cx="91440" cy="1682496"/>
          </a:xfrm>
          <a:prstGeom prst="rect">
            <a:avLst/>
          </a:prstGeom>
          <a:solidFill>
            <a:srgbClr val="1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9476" y="399135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5603A"/>
                </a:solidFill>
              </a:rP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3995928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性能需求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4224528"/>
            <a:ext cx="50932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E8FF"/>
                </a:solidFill>
              </a:rPr>
              <a:t>Performance: Near-Optimal Coherent &amp; Diversity Gain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398264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 i="0">
                <a:solidFill>
                  <a:srgbClr val="1A7A45"/>
                </a:solidFill>
              </a:rPr>
              <a:t>• 逼近理论最优相干处理增益与空间分集增益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87544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  以更低资源消耗、更短处理时延实现最优增益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76824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• 复杂电磁环境下的综合性能提升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66104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  反隐身探测 · 弱小目标跟踪 · 有效抗干扰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155384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• 保持高检测概率与高跟踪精度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344664"/>
            <a:ext cx="544982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 i="0">
                <a:solidFill>
                  <a:srgbClr val="1A1A3A"/>
                </a:solidFill>
              </a:rPr>
              <a:t>  复杂干扰环境下的稳健性能保障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10020" y="1666036"/>
            <a:ext cx="5806440" cy="437083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9904" y="1645920"/>
            <a:ext cx="5806440" cy="4370832"/>
          </a:xfrm>
          <a:prstGeom prst="rect">
            <a:avLst/>
          </a:prstGeom>
          <a:solidFill>
            <a:srgbClr val="FDF0EB"/>
          </a:solidFill>
          <a:ln w="11430">
            <a:solidFill>
              <a:srgbClr val="8B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9904" y="1645920"/>
            <a:ext cx="5806440" cy="384048"/>
          </a:xfrm>
          <a:prstGeom prst="rect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89904" y="2029968"/>
            <a:ext cx="91440" cy="3986784"/>
          </a:xfrm>
          <a:prstGeom prst="rect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176772" y="1687068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B2200"/>
                </a:solidFill>
              </a:rPr>
              <a:t>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2824" y="1700784"/>
            <a:ext cx="5230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现有方法不足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2824" y="1911096"/>
            <a:ext cx="52303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CCAA"/>
                </a:solidFill>
              </a:rPr>
              <a:t>Limitations of Existing Coherent Synthesis Methods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8" y="2075688"/>
            <a:ext cx="5605272" cy="758952"/>
          </a:xfrm>
          <a:prstGeom prst="rect">
            <a:avLst/>
          </a:prstGeom>
          <a:solidFill>
            <a:srgbClr val="FFE8DE"/>
          </a:solidFill>
          <a:ln w="6350">
            <a:solidFill>
              <a:srgbClr val="E8B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263640" y="2322576"/>
            <a:ext cx="265176" cy="265176"/>
          </a:xfrm>
          <a:prstGeom prst="ellipse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2103120"/>
            <a:ext cx="5202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2200"/>
                </a:solidFill>
              </a:rPr>
              <a:t>计算复杂度过高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2258568"/>
            <a:ext cx="52029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3A"/>
                </a:solidFill>
              </a:rPr>
              <a:t>当前方法普遍计算量大，难以在资源受限节点上实时运行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854756"/>
            <a:ext cx="5605272" cy="758952"/>
          </a:xfrm>
          <a:prstGeom prst="rect">
            <a:avLst/>
          </a:prstGeom>
          <a:solidFill>
            <a:srgbClr val="FDF5F2"/>
          </a:solidFill>
          <a:ln w="6350">
            <a:solidFill>
              <a:srgbClr val="E8B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640" y="3101645"/>
            <a:ext cx="265176" cy="265176"/>
          </a:xfrm>
          <a:prstGeom prst="ellipse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1968" y="2882188"/>
            <a:ext cx="5202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2200"/>
                </a:solidFill>
              </a:rPr>
              <a:t>同步精度要求苛刻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01968" y="3037636"/>
            <a:ext cx="52029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3A"/>
                </a:solidFill>
              </a:rPr>
              <a:t>对节点间时空相位同步精度要求极高，工程实现代价大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36208" y="3633825"/>
            <a:ext cx="5605272" cy="758952"/>
          </a:xfrm>
          <a:prstGeom prst="rect">
            <a:avLst/>
          </a:prstGeom>
          <a:solidFill>
            <a:srgbClr val="FFE8DE"/>
          </a:solidFill>
          <a:ln w="6350">
            <a:solidFill>
              <a:srgbClr val="E8B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263640" y="3880714"/>
            <a:ext cx="265176" cy="265176"/>
          </a:xfrm>
          <a:prstGeom prst="ellipse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3661257"/>
            <a:ext cx="5202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2200"/>
                </a:solidFill>
              </a:rPr>
              <a:t>非理想条件鲁棒性差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1968" y="3816705"/>
            <a:ext cx="52029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3A"/>
                </a:solidFill>
              </a:rPr>
              <a:t>在信道非理想、目标非合作等条件下性能严重下降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36208" y="4412894"/>
            <a:ext cx="5605272" cy="758952"/>
          </a:xfrm>
          <a:prstGeom prst="rect">
            <a:avLst/>
          </a:prstGeom>
          <a:solidFill>
            <a:srgbClr val="FDF5F2"/>
          </a:solidFill>
          <a:ln w="6350">
            <a:solidFill>
              <a:srgbClr val="E8B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63640" y="4659782"/>
            <a:ext cx="265176" cy="265176"/>
          </a:xfrm>
          <a:prstGeom prst="ellipse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01968" y="4440326"/>
            <a:ext cx="5202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2200"/>
                </a:solidFill>
              </a:rPr>
              <a:t>闭环反馈难适应高动态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8" y="4595774"/>
            <a:ext cx="52029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3A"/>
                </a:solidFill>
              </a:rPr>
              <a:t>依赖目标参数估计闭环反馈，无法适应高机动目标场景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36208" y="5191963"/>
            <a:ext cx="5605272" cy="758952"/>
          </a:xfrm>
          <a:prstGeom prst="rect">
            <a:avLst/>
          </a:prstGeom>
          <a:solidFill>
            <a:srgbClr val="FFE8DE"/>
          </a:solidFill>
          <a:ln w="6350">
            <a:solidFill>
              <a:srgbClr val="E8B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263640" y="5438851"/>
            <a:ext cx="265176" cy="265176"/>
          </a:xfrm>
          <a:prstGeom prst="ellipse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1968" y="5219395"/>
            <a:ext cx="5202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2200"/>
                </a:solidFill>
              </a:rPr>
              <a:t>开环方法收敛受限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01968" y="5374843"/>
            <a:ext cx="52029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3A"/>
                </a:solidFill>
              </a:rPr>
              <a:t>规避目标反馈但同步实现复杂、收敛速度受限，难满足实时性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053328"/>
            <a:ext cx="12188952" cy="347472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6053328"/>
            <a:ext cx="54864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" y="609904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08990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三项改进技术方向  Three Technical Improvement Directions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" y="6272784"/>
            <a:ext cx="37825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E080"/>
                </a:solidFill>
              </a:rPr>
              <a:t>同步精度改进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409944"/>
            <a:ext cx="3782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低精度同步条件下鲁棒相参算法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40936" y="6272784"/>
            <a:ext cx="37825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E080"/>
                </a:solidFill>
              </a:rPr>
              <a:t>复杂度降低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40936" y="6409944"/>
            <a:ext cx="3782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轻量化实时相参合成处理架构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3504" y="6272784"/>
            <a:ext cx="37825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E080"/>
                </a:solidFill>
              </a:rPr>
              <a:t>环境适应性提升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3504" y="6409944"/>
            <a:ext cx="3782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高动态/复杂电磁环境自适应方法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422648.0" y="6126480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05216.0" y="6126480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92608" y="6437376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2608" y="6528816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4048" y="6519672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研究目标：在资源约束与实时性前提下，突破同步精度、计算复杂度、环境适应性三项瓶颈，以最小代价获得逼近理论最优的相参处理增益，全面提升分布式雷达在复杂战场环境下的综合探测性能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