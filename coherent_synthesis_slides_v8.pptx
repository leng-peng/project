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多节点信号级高效相参合成 · 研究内容与技术路线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Research Content &amp; Technical Approach — From Scientific Problems to Engineering Solutions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24128"/>
            <a:ext cx="2804922" cy="585216"/>
          </a:xfrm>
          <a:prstGeom prst="roundRect">
            <a:avLst/>
          </a:prstGeom>
          <a:solidFill>
            <a:srgbClr val="B54A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科学问题
增益律/融合条件/CRLB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7530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5546" y="1024128"/>
            <a:ext cx="2804922" cy="585216"/>
          </a:xfrm>
          <a:prstGeom prst="roundRect">
            <a:avLst/>
          </a:prstGeom>
          <a:solidFill>
            <a:srgbClr val="0A5C3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5546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研究内容
三项核心研究任务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0468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8484" y="1024128"/>
            <a:ext cx="2804922" cy="585216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8484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关键技术
误差建模/相位估计/MRC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3406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1422" y="1024128"/>
            <a:ext cx="2804922" cy="585216"/>
          </a:xfrm>
          <a:prstGeom prst="roundRect">
            <a:avLst/>
          </a:prstGeom>
          <a:solidFill>
            <a:srgbClr val="0D2A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1422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预期成果
理论突破 + 工程验证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28007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60945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9184" y="1792224"/>
            <a:ext cx="5499567" cy="384048"/>
          </a:xfrm>
          <a:prstGeom prst="rect">
            <a:avLst/>
          </a:prstGeom>
          <a:solidFill>
            <a:srgbClr val="BBCC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" y="1755648"/>
            <a:ext cx="5499567" cy="384048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1755648"/>
            <a:ext cx="91440" cy="384048"/>
          </a:xfrm>
          <a:prstGeom prst="rect">
            <a:avLst/>
          </a:prstGeom>
          <a:solidFill>
            <a:srgbClr val="8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1810512"/>
            <a:ext cx="4987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三项研究内容   Research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1993392"/>
            <a:ext cx="49875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FFD0"/>
                </a:solidFill>
              </a:rPr>
              <a:t>面向三个科学问题，分别设计可量化验证的研究任务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58568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2231136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2231136"/>
            <a:ext cx="5499567" cy="320040"/>
          </a:xfrm>
          <a:prstGeom prst="rect">
            <a:avLst/>
          </a:prstGeom>
          <a:solidFill>
            <a:srgbClr val="15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8328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57A35"/>
                </a:solidFill>
              </a:rPr>
              <a:t>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2276856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增益退化端到端量化模型（对应科学问题A）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260604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建立时延误差σ_τ / 相位误差σ_φ / 频偏σ_f → 合并增益G的统一传播链路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61539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G_eff(σ_τ, σ_φ, σ_f) = G · exp(−σ_φ²) · sinc²(σ_τ·B) · sinc²(σ_f·Nc·PRI)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262474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量化"效能90%保持区"：σ_φ &lt; π/8, σ_τ &lt; 0.5 ns, σ_f &lt; 100 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263410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在N=2,4,6节点下仿真验证退化曲线，给出工程容差设计准则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666744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2608" y="3639312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3639312"/>
            <a:ext cx="5499567" cy="32004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8328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7C78"/>
                </a:solidFill>
              </a:rPr>
              <a:t>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3685032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高动态时变相位误差的建模与实时估计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01421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建立非平稳相位模型：Δφ_k(t) = φ_delay(t) + φ_osc(t) + φ_Doppler(t)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02357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无导频自校准：基于回波互相关 + EKF 实时跟踪时变相位漂移率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403292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推导最小可辨识帧长 N_c,min 与 SNR_k 的联合约束（CRLB下界）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404227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设计自适应帧长选择准则：在估计精度与计算延迟间动态权衡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074920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" y="5047488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2608" y="5047488"/>
            <a:ext cx="5499567" cy="320040"/>
          </a:xfrm>
          <a:prstGeom prst="rect">
            <a:avLst/>
          </a:prstGeom>
          <a:solidFill>
            <a:srgbClr val="0E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8328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E6B5E"/>
                </a:solidFill>
              </a:rPr>
              <a:t>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093208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质量自适应MRC合并与层次化处理框架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542239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MRC权值：w_k = SNR_k · coh_k · ph_cons_k，三因子联合在线估计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543174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稳健机制：相位估计失败时自动降权，避免合并输出突变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544110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分层策略：强目标SIC对消 → 弱目标三MTI检测 → 统一MRC合并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545045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计算优化：子带分解 + 稀疏采样，将O(N·Nc·Nsc·lgNc)降低一量级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75055" y="1792224"/>
            <a:ext cx="5957864" cy="384048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38479" y="1755648"/>
            <a:ext cx="5957864" cy="38404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38479" y="1755648"/>
            <a:ext cx="91440" cy="384048"/>
          </a:xfrm>
          <a:prstGeom prst="rect">
            <a:avLst/>
          </a:prstGeom>
          <a:solidFill>
            <a:srgbClr val="8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66495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95679" y="1810512"/>
            <a:ext cx="544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关键技术方法与预期指标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5679" y="1993392"/>
            <a:ext cx="5445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D8FF"/>
                </a:solidFill>
              </a:rPr>
              <a:t>Key Methods &amp; Expected Technical Metrics — Quantifiable Validation Targets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5911" y="2258568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38479" y="2231136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38479" y="2231136"/>
            <a:ext cx="5957864" cy="320040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84199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0815" y="2276856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误差传播链路建模与效能边界推导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29919" y="260604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理论工具：联合误差传播理论 + 贝叶斯效能下界（BCRLB）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29919" y="261539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输出：G_eff vs (σ_τ, σ_φ, σ_f) 三维效能图谱及工程容差曲线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29919" y="262474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预期指标：N=6时理想G=15.6 dB，误差容限内G_eff ≥ 14 dB（90%）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29919" y="263410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验证方式：Monte-Carlo仿真（1000次）+ MATLAB端到端链路仿真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65911" y="3666744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38479" y="3639312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38479" y="3639312"/>
            <a:ext cx="5957864" cy="320040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84199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A2BB5"/>
                </a:solidFill>
              </a:rPr>
              <a:t>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40815" y="3685032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EKF/自校准在线相位估计算法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29919" y="401421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状态量：[Δφ_k, φ_dot_k]，过程噪声由平台运动学参数驱动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9919" y="402357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量测更新：互相关亚像素峰值提供Δτ观测，EKF步长 = 1 CPI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29919" y="403292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预期指标：SNR≥6 dB时，相位估计误差 σ_est &lt; π/8（满足G_eff ≥ 90%G）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29919" y="404227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对比基准：无补偿 / 静态互相关补偿 / 本方法三方案对比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65911" y="5074920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38479" y="5047488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38479" y="5047488"/>
            <a:ext cx="5957864" cy="320040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984199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B54A00"/>
                </a:solidFill>
              </a:rPr>
              <a:t>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40815" y="5093208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分层相参策略与实时性预期指标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29919" y="542239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Round1：无MTI强目标检测（CFAR&gt;12dB）→ SIC对消 → 弱目标释放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29919" y="543174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Round2：三MTI并行（SLOW/FAST/VFAST）+ MRC → CFAR&gt;6dB统一输出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29919" y="544110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预期处理延迟：两轮合计 &lt; 9 ms（Nc=64, Nsc=1024, N=6链路）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29919" y="545045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近似优化：子带分解压缩至 &lt; 5 ms；精度损失 &lt; 0.3 dB（仿真验证）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研究路径：量化退化律（内容一）→ 实时相位估计（内容二）→ 自适应MRC框架（内容三）——三项研究形成完整闭环，最终实现 N=6 节点下 G_eff ≥ 14 dB、延迟 &lt; 9 ms 的工程目标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